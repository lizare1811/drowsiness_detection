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78F979-C46B-4E03-862F-3380781A8C8F}">
          <p14:sldIdLst>
            <p14:sldId id="256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F43F9-DF64-49D0-9E18-C3F19AB59B92}" v="92" dt="2026-01-10T06:37:47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3609" y="627321"/>
            <a:ext cx="9144000" cy="4082902"/>
          </a:xfrm>
        </p:spPr>
        <p:txBody>
          <a:bodyPr>
            <a:normAutofit/>
          </a:bodyPr>
          <a:lstStyle/>
          <a:p>
            <a:r>
              <a:rPr lang="en-US" sz="4000" b="1" dirty="0"/>
              <a:t>MINI PROEJCT PRESENTATION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>
                <a:solidFill>
                  <a:srgbClr val="FF0000"/>
                </a:solidFill>
              </a:rPr>
              <a:t>DROWSINESS DETECTION SYSTEM USING COMPUTER VISION(CV)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DE27-229B-9519-137E-681336F7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INTRODUCTION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C84E-5D78-7165-5657-9B6F93FA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15" y="1690689"/>
            <a:ext cx="10515600" cy="4972412"/>
          </a:xfrm>
        </p:spPr>
        <p:txBody>
          <a:bodyPr>
            <a:normAutofit/>
          </a:bodyPr>
          <a:lstStyle/>
          <a:p>
            <a:r>
              <a:rPr lang="en-US" dirty="0"/>
              <a:t>Drowsiness affects alertness, concentration, and safety in daily activities.</a:t>
            </a:r>
          </a:p>
          <a:p>
            <a:r>
              <a:rPr lang="en-US" dirty="0"/>
              <a:t>Manual monitoring of alertness is difficult and time-consuming.</a:t>
            </a:r>
          </a:p>
          <a:p>
            <a:r>
              <a:rPr lang="en-US" dirty="0"/>
              <a:t>Computer vision can detect facial features like eye movement to identify drowsiness in real time.</a:t>
            </a:r>
          </a:p>
          <a:p>
            <a:r>
              <a:rPr lang="en-US" dirty="0"/>
              <a:t>The system can trigger alerts to prevent accidents and improve productivity.</a:t>
            </a:r>
          </a:p>
          <a:p>
            <a:r>
              <a:rPr lang="en-US" dirty="0"/>
              <a:t>Useful in workplaces, classrooms, and vehicles to ensure safety.</a:t>
            </a:r>
          </a:p>
          <a:p>
            <a:r>
              <a:rPr lang="en-US" dirty="0"/>
              <a:t>Provides a smart, automated, and reliable solution for continuous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86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FECB-CDF2-7433-CAFE-CEBB18A0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PROBLEM STATEMENT AND OBJECTIVES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E2E5-C742-A969-80C5-0F445F4D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499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Problem Statement</a:t>
            </a:r>
          </a:p>
          <a:p>
            <a:r>
              <a:rPr lang="en-US" dirty="0"/>
              <a:t>Drowsiness often goes unnoticed and can lead to accidents, low productivity, or poor performance, so real-time monitoring is essential.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Objectives</a:t>
            </a:r>
          </a:p>
          <a:p>
            <a:r>
              <a:rPr lang="en-US" dirty="0"/>
              <a:t>Detect drowsiness in real time using facial features.</a:t>
            </a:r>
          </a:p>
          <a:p>
            <a:r>
              <a:rPr lang="en-US" dirty="0"/>
              <a:t>Trigger alerts when a person is drowsy.</a:t>
            </a:r>
          </a:p>
          <a:p>
            <a:r>
              <a:rPr lang="en-US" dirty="0"/>
              <a:t>Provide a smart and automated monitoring solution.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8002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93C4-2DB6-9FC8-0475-2EA92019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ALGORITHMS USED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84D1F-78AA-27C6-43B6-961549815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Media Pipe Face Mesh</a:t>
            </a:r>
            <a:r>
              <a:rPr lang="en-US" dirty="0"/>
              <a:t>: Detects facial landmarks (eyes, mouth) from real-time video frames.</a:t>
            </a:r>
          </a:p>
          <a:p>
            <a:r>
              <a:rPr lang="en-US" b="1" dirty="0"/>
              <a:t>Eye Aspect Ratio (EAR)</a:t>
            </a:r>
            <a:r>
              <a:rPr lang="en-US" dirty="0"/>
              <a:t>: Measures eye openness to detect eye closure and drowsiness.</a:t>
            </a:r>
          </a:p>
          <a:p>
            <a:r>
              <a:rPr lang="en-US" b="1" dirty="0"/>
              <a:t>Mouth Aspect Ratio (MAR)</a:t>
            </a:r>
            <a:r>
              <a:rPr lang="en-US" dirty="0"/>
              <a:t>: Measures mouth opening to detect yawning.</a:t>
            </a:r>
          </a:p>
          <a:p>
            <a:r>
              <a:rPr lang="en-US" b="1" dirty="0"/>
              <a:t>Threshold &amp; Time-based Logic</a:t>
            </a:r>
            <a:r>
              <a:rPr lang="en-US" dirty="0"/>
              <a:t>: Triggers alerts when EAR/MAR cross limits for a fixed duration.</a:t>
            </a:r>
          </a:p>
        </p:txBody>
      </p:sp>
    </p:spTree>
    <p:extLst>
      <p:ext uri="{BB962C8B-B14F-4D97-AF65-F5344CB8AC3E}">
        <p14:creationId xmlns:p14="http://schemas.microsoft.com/office/powerpoint/2010/main" val="247182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3642-5DC2-AB20-32E1-DE9DD834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95" y="205637"/>
            <a:ext cx="13661066" cy="1325563"/>
          </a:xfrm>
        </p:spPr>
        <p:txBody>
          <a:bodyPr/>
          <a:lstStyle/>
          <a:p>
            <a:r>
              <a:rPr lang="en-US" b="1" i="1" dirty="0"/>
              <a:t>CODE WORKFLOW AND CORE ALGORITHM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B6CB-17A6-7FE9-6CB9-17CB471A9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536" y="1825625"/>
            <a:ext cx="5925878" cy="4351338"/>
          </a:xfrm>
        </p:spPr>
        <p:txBody>
          <a:bodyPr/>
          <a:lstStyle/>
          <a:p>
            <a:r>
              <a:rPr lang="en-US" dirty="0"/>
              <a:t>Import required libraries</a:t>
            </a:r>
          </a:p>
          <a:p>
            <a:r>
              <a:rPr lang="en-US" dirty="0"/>
              <a:t>Initialize thresholds &amp; landmarks</a:t>
            </a:r>
          </a:p>
          <a:p>
            <a:r>
              <a:rPr lang="en-US" dirty="0"/>
              <a:t>Capture webcam frames</a:t>
            </a:r>
          </a:p>
          <a:p>
            <a:r>
              <a:rPr lang="en-US" dirty="0"/>
              <a:t>Detect facial landmarks (Media Pipe)</a:t>
            </a:r>
          </a:p>
          <a:p>
            <a:r>
              <a:rPr lang="en-US" dirty="0"/>
              <a:t>Compute EAR &amp; MAR</a:t>
            </a:r>
          </a:p>
          <a:p>
            <a:r>
              <a:rPr lang="en-US" dirty="0"/>
              <a:t>Apply threshold + time logic</a:t>
            </a:r>
          </a:p>
          <a:p>
            <a:r>
              <a:rPr lang="en-US" dirty="0"/>
              <a:t>Display alerts</a:t>
            </a:r>
          </a:p>
          <a:p>
            <a:endParaRPr lang="en-IN" dirty="0"/>
          </a:p>
        </p:txBody>
      </p:sp>
      <p:pic>
        <p:nvPicPr>
          <p:cNvPr id="5" name="Picture 4" descr="A computer screen shot of a code">
            <a:extLst>
              <a:ext uri="{FF2B5EF4-FFF2-40B4-BE49-F238E27FC236}">
                <a16:creationId xmlns:a16="http://schemas.microsoft.com/office/drawing/2014/main" id="{DDDA6A73-8F98-1317-C4F4-9823A9697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14" y="1531201"/>
            <a:ext cx="5211726" cy="4263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93AAD5-74F1-4311-8D28-6CE8C3EFC897}"/>
              </a:ext>
            </a:extLst>
          </p:cNvPr>
          <p:cNvSpPr txBox="1"/>
          <p:nvPr/>
        </p:nvSpPr>
        <p:spPr>
          <a:xfrm>
            <a:off x="6096000" y="6006032"/>
            <a:ext cx="581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Figure: Implementation of Eye Aspect Ratio (EAR) and Mouth Aspect Ratio (MAR) for drowsiness and yawning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96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7E33-CA58-F8F3-4947-849BD11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FUTURE ENHANCEMENTS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48103-CAB7-0BC3-D079-B81108D20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4667140"/>
          </a:xfrm>
        </p:spPr>
        <p:txBody>
          <a:bodyPr>
            <a:normAutofit/>
          </a:bodyPr>
          <a:lstStyle/>
          <a:p>
            <a:r>
              <a:rPr lang="en-US" dirty="0"/>
              <a:t>Use AI to detect drowsiness more accurately.</a:t>
            </a:r>
          </a:p>
          <a:p>
            <a:r>
              <a:rPr lang="en-US" dirty="0"/>
              <a:t>Give real-time alerts to keep users safe.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sz="4400" b="1" i="1" dirty="0"/>
              <a:t>CONCLUSION</a:t>
            </a:r>
          </a:p>
          <a:p>
            <a:pPr marL="0" indent="0">
              <a:buNone/>
            </a:pPr>
            <a:r>
              <a:rPr lang="en-US" sz="2600" dirty="0"/>
              <a:t>           Enhancing the drowsiness detection system with AI-based detection and real-time alerts will improve its accuracy and responsiveness. This will help keep users alert, prevent accidents, and make the system more reliable and effective overall.</a:t>
            </a:r>
          </a:p>
          <a:p>
            <a:pPr marL="0" indent="0">
              <a:buNone/>
            </a:pPr>
            <a:endParaRPr lang="en-US" sz="2600" b="1" i="1" dirty="0"/>
          </a:p>
        </p:txBody>
      </p:sp>
    </p:spTree>
    <p:extLst>
      <p:ext uri="{BB962C8B-B14F-4D97-AF65-F5344CB8AC3E}">
        <p14:creationId xmlns:p14="http://schemas.microsoft.com/office/powerpoint/2010/main" val="864169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325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MINI PROEJCT PRESENTATION  DROWSINESS DETECTION SYSTEM USING COMPUTER VISION(CV)</vt:lpstr>
      <vt:lpstr>INTRODUCTION</vt:lpstr>
      <vt:lpstr>PROBLEM STATEMENT AND OBJECTIVES</vt:lpstr>
      <vt:lpstr>ALGORITHMS USED</vt:lpstr>
      <vt:lpstr>CODE WORKFLOW AND CORE ALGORITHM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 LIZARE SHERINE</cp:lastModifiedBy>
  <cp:revision>2</cp:revision>
  <dcterms:created xsi:type="dcterms:W3CDTF">2026-01-04T13:50:01Z</dcterms:created>
  <dcterms:modified xsi:type="dcterms:W3CDTF">2026-01-10T06:43:46Z</dcterms:modified>
</cp:coreProperties>
</file>